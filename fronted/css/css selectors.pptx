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524AE-7FDF-40DF-BF3D-7044ACC312E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D3F14D-5DAD-4EFF-B7E7-655D8B1A58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92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3F14D-5DAD-4EFF-B7E7-655D8B1A582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594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3F14D-5DAD-4EFF-B7E7-655D8B1A582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6030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4837B-EF8A-BB08-CF52-CF1B859B0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F2B7F5-1A08-70EC-8D00-ED7174596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7988BB-CFE5-52BB-E88F-F17D14B1E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E3D0D-8CEC-3B53-8034-4474AAA5DB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3F14D-5DAD-4EFF-B7E7-655D8B1A582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7713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D63C1-243D-65D8-3FF9-18FBD683D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1D034D-095E-F3A9-C141-1F2D9E9BE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30BE84-CB7A-432D-1A32-1D13C58BA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02A88-3D3E-2583-CAA1-A17DA9E192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3F14D-5DAD-4EFF-B7E7-655D8B1A582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887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411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02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538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993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306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199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996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871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359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88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519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4862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15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6872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7890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1182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3071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550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565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19" y="274320"/>
            <a:ext cx="7930699" cy="1463040"/>
          </a:xfrm>
          <a:prstGeom prst="roundRect">
            <a:avLst/>
          </a:prstGeom>
          <a:solidFill>
            <a:srgbClr val="B4C8E6">
              <a:alpha val="92000"/>
            </a:srgbClr>
          </a:solidFill>
          <a:ln>
            <a:noFill/>
          </a:ln>
          <a:effectLst>
            <a:outerShdw blurRad="50800" dist="25400" dir="5400000" rotWithShape="0">
              <a:schemeClr val="bg2">
                <a:lumMod val="40000"/>
                <a:lumOff val="60000"/>
                <a:alpha val="28000"/>
              </a:schemeClr>
            </a:outerShdw>
            <a:softEdge rad="228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/>
            </a:pPr>
            <a:r>
              <a:rPr lang="en-IN" dirty="0">
                <a:solidFill>
                  <a:schemeClr val="tx1"/>
                </a:solidFill>
              </a:rPr>
              <a:t>          </a:t>
            </a:r>
            <a:r>
              <a:rPr dirty="0">
                <a:solidFill>
                  <a:schemeClr val="tx1"/>
                </a:solidFill>
              </a:rPr>
              <a:t>INTERNSHIP PRESENTATION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0345" y="2163096"/>
            <a:ext cx="7930699" cy="3480620"/>
          </a:xfrm>
          <a:prstGeom prst="roundRect">
            <a:avLst/>
          </a:prstGeom>
          <a:blipFill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77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Topic: CS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SELECTORS</a:t>
            </a:r>
            <a:endParaRPr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/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SWARAN K N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USN / Reg No: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1AJ22CS163</a:t>
            </a:r>
          </a:p>
          <a:p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Company: Pa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rvaM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Consul Tech Solutions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Duration: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months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Murthy P G[Software Developer]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09368" y="6007510"/>
            <a:ext cx="68235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Cambridge Institute of Technology – North Campus</a:t>
            </a:r>
          </a:p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&amp; Engineering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73E0CC6-9977-1A33-6D07-6892D7E0B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345" y="274320"/>
            <a:ext cx="1324989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DE585-26F6-BE78-B8C8-97BBF3163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1" y="180118"/>
            <a:ext cx="7773338" cy="1596177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CSS S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ELECTORS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866B75C-FAA8-D44E-BB90-9A41F737B8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43791"/>
            <a:ext cx="1165123" cy="120469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B338E25-7C6E-AB42-B2D7-3D4B16B40A93}"/>
              </a:ext>
            </a:extLst>
          </p:cNvPr>
          <p:cNvSpPr txBox="1"/>
          <p:nvPr/>
        </p:nvSpPr>
        <p:spPr>
          <a:xfrm>
            <a:off x="1039761" y="2104106"/>
            <a:ext cx="76470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Introduction to CSS Selectors </a:t>
            </a:r>
          </a:p>
          <a:p>
            <a:r>
              <a:rPr lang="en-US" dirty="0"/>
              <a:t>CSS selectors are used to select and target HTML elements.</a:t>
            </a:r>
          </a:p>
          <a:p>
            <a:r>
              <a:rPr lang="en-US" dirty="0"/>
              <a:t>They help apply styles to specific elements on a webpage.</a:t>
            </a:r>
          </a:p>
          <a:p>
            <a:r>
              <a:rPr lang="en-US" dirty="0"/>
              <a:t>Selectors connect HTML structure with CSS styling rules.</a:t>
            </a:r>
          </a:p>
          <a:p>
            <a:r>
              <a:rPr lang="en-US" dirty="0"/>
              <a:t>They allow developers to control the design and layout efficiently.</a:t>
            </a:r>
          </a:p>
          <a:p>
            <a:r>
              <a:rPr lang="en-US" dirty="0"/>
              <a:t>In simple terms, selectors tell CSS </a:t>
            </a:r>
            <a:r>
              <a:rPr lang="en-US" b="1" dirty="0"/>
              <a:t>which elements to style</a:t>
            </a:r>
            <a:r>
              <a:rPr lang="en-US" dirty="0"/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776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A0583-5080-AFF1-BD2A-1C6174F03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8F292-36BC-4E2B-BC1E-E2C7523E9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761" y="48048"/>
            <a:ext cx="7773338" cy="1596177"/>
          </a:xfrm>
        </p:spPr>
        <p:txBody>
          <a:bodyPr>
            <a:normAutofit/>
          </a:bodyPr>
          <a:lstStyle/>
          <a:p>
            <a:r>
              <a:rPr lang="en-US" sz="3200" b="1" dirty="0"/>
              <a:t>Why CSS Selectors are Important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28453D5-75C3-AFBA-BEE2-712BE57DA1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43791"/>
            <a:ext cx="1165123" cy="12046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8E789F-DF90-EFF6-F631-1F5392C11BFC}"/>
              </a:ext>
            </a:extLst>
          </p:cNvPr>
          <p:cNvSpPr txBox="1"/>
          <p:nvPr/>
        </p:nvSpPr>
        <p:spPr>
          <a:xfrm>
            <a:off x="619432" y="1551849"/>
            <a:ext cx="82296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1️⃣ They Help Target Specific Elements</a:t>
            </a:r>
          </a:p>
          <a:p>
            <a:r>
              <a:rPr lang="en-US" dirty="0"/>
              <a:t>CSS selectors allow you to choose which HTML elements you want to style.</a:t>
            </a:r>
            <a:br>
              <a:rPr lang="en-US" dirty="0"/>
            </a:br>
            <a:r>
              <a:rPr lang="en-US" dirty="0"/>
              <a:t>For example, you can style only headings, only paragraphs, or a specific section of the page.</a:t>
            </a:r>
          </a:p>
          <a:p>
            <a:r>
              <a:rPr lang="en-US" b="1" dirty="0"/>
              <a:t>2️⃣ They Control the Design of a Website</a:t>
            </a:r>
          </a:p>
          <a:p>
            <a:r>
              <a:rPr lang="en-US" dirty="0"/>
              <a:t>Selectors help change colors, fonts, spacing, layout, and more.</a:t>
            </a:r>
            <a:br>
              <a:rPr lang="en-US" dirty="0"/>
            </a:br>
            <a:r>
              <a:rPr lang="en-US" dirty="0"/>
              <a:t>Without selectors, you cannot control how your webpage looks.</a:t>
            </a:r>
          </a:p>
          <a:p>
            <a:r>
              <a:rPr lang="en-US" b="1" dirty="0"/>
              <a:t>3️⃣ They Make Styling Faster and Easier</a:t>
            </a:r>
          </a:p>
          <a:p>
            <a:r>
              <a:rPr lang="en-US" dirty="0"/>
              <a:t>You can apply the same style to many elements at once using class or grouping selectors.</a:t>
            </a:r>
            <a:br>
              <a:rPr lang="en-US" dirty="0"/>
            </a:br>
            <a:r>
              <a:rPr lang="en-US" dirty="0"/>
              <a:t>This saves time and reduces repeated code.</a:t>
            </a:r>
          </a:p>
          <a:p>
            <a:r>
              <a:rPr lang="en-US" b="1" dirty="0"/>
              <a:t>4️⃣ They Improve Code Organization</a:t>
            </a:r>
          </a:p>
          <a:p>
            <a:r>
              <a:rPr lang="en-US" dirty="0"/>
              <a:t>Using proper selectors makes your CSS clean and easy to understand.</a:t>
            </a:r>
            <a:br>
              <a:rPr lang="en-US" dirty="0"/>
            </a:br>
            <a:r>
              <a:rPr lang="en-US" dirty="0"/>
              <a:t>This helps when updating or maintaining the website later.</a:t>
            </a:r>
          </a:p>
          <a:p>
            <a:r>
              <a:rPr lang="en-US" b="1" dirty="0"/>
              <a:t>5️⃣ They Allow Interactive Effects</a:t>
            </a:r>
          </a:p>
          <a:p>
            <a:r>
              <a:rPr lang="en-US" dirty="0"/>
              <a:t>With pseudo-classes like :hover, you can change styles when users interact with elements.</a:t>
            </a:r>
            <a:br>
              <a:rPr lang="en-US" dirty="0"/>
            </a:br>
            <a:r>
              <a:rPr lang="en-US" dirty="0"/>
              <a:t>This makes websites more attractive and user-friendly.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9579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3C92A-61DB-C2BF-548C-434F188B5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1F5D6-1943-3044-C24D-BB841C9BA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10" y="158146"/>
            <a:ext cx="7773338" cy="1596177"/>
          </a:xfrm>
        </p:spPr>
        <p:txBody>
          <a:bodyPr>
            <a:normAutofit/>
          </a:bodyPr>
          <a:lstStyle/>
          <a:p>
            <a:r>
              <a:rPr lang="en-IN" sz="3600" b="1" dirty="0"/>
              <a:t>Types of Basic Selectors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D969B82-FFC2-AD5B-203F-2B7F9751DE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43791"/>
            <a:ext cx="1165123" cy="12046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DD2B3E-5973-0C35-3AB5-6B8949510BA0}"/>
              </a:ext>
            </a:extLst>
          </p:cNvPr>
          <p:cNvSpPr txBox="1"/>
          <p:nvPr/>
        </p:nvSpPr>
        <p:spPr>
          <a:xfrm>
            <a:off x="825910" y="1907458"/>
            <a:ext cx="758067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🔹 Element Selector</a:t>
            </a:r>
          </a:p>
          <a:p>
            <a:r>
              <a:rPr lang="en-IN" dirty="0"/>
              <a:t>Selects all elements of a specific HTML tag.</a:t>
            </a:r>
            <a:br>
              <a:rPr lang="en-IN" dirty="0"/>
            </a:br>
            <a:r>
              <a:rPr lang="en-IN" b="1" dirty="0"/>
              <a:t>Syntax:</a:t>
            </a:r>
            <a:endParaRPr lang="en-IN" dirty="0"/>
          </a:p>
          <a:p>
            <a:r>
              <a:rPr lang="en-IN" dirty="0"/>
              <a:t>p { property: value; }</a:t>
            </a:r>
          </a:p>
          <a:p>
            <a:r>
              <a:rPr lang="en-IN" b="1" dirty="0"/>
              <a:t>🔹 ID Selector</a:t>
            </a:r>
          </a:p>
          <a:p>
            <a:r>
              <a:rPr lang="en-IN" dirty="0"/>
              <a:t>Selects one unique element using its ID.</a:t>
            </a:r>
            <a:br>
              <a:rPr lang="en-IN" dirty="0"/>
            </a:br>
            <a:r>
              <a:rPr lang="en-IN" b="1" dirty="0"/>
              <a:t>Syntax:</a:t>
            </a:r>
            <a:endParaRPr lang="en-IN" dirty="0"/>
          </a:p>
          <a:p>
            <a:r>
              <a:rPr lang="en-IN" dirty="0"/>
              <a:t>#idName { property: value; }</a:t>
            </a:r>
          </a:p>
          <a:p>
            <a:r>
              <a:rPr lang="en-IN" b="1" dirty="0"/>
              <a:t>🔹 Class Selector</a:t>
            </a:r>
          </a:p>
          <a:p>
            <a:r>
              <a:rPr lang="en-IN" dirty="0"/>
              <a:t>Selects all elements with a specific class.</a:t>
            </a:r>
            <a:br>
              <a:rPr lang="en-IN" dirty="0"/>
            </a:br>
            <a:r>
              <a:rPr lang="en-IN" b="1" dirty="0"/>
              <a:t>Syntax:</a:t>
            </a:r>
            <a:endParaRPr lang="en-IN" dirty="0"/>
          </a:p>
          <a:p>
            <a:r>
              <a:rPr lang="en-IN" dirty="0"/>
              <a:t>.</a:t>
            </a:r>
            <a:r>
              <a:rPr lang="en-IN" dirty="0" err="1"/>
              <a:t>className</a:t>
            </a:r>
            <a:r>
              <a:rPr lang="en-IN" dirty="0"/>
              <a:t> { property: value; }</a:t>
            </a:r>
          </a:p>
          <a:p>
            <a:r>
              <a:rPr lang="en-IN" b="1" dirty="0"/>
              <a:t>🔹 Universal Selector</a:t>
            </a:r>
          </a:p>
          <a:p>
            <a:r>
              <a:rPr lang="en-IN" dirty="0"/>
              <a:t>Selects all elements on the webpage.</a:t>
            </a:r>
            <a:br>
              <a:rPr lang="en-IN" dirty="0"/>
            </a:br>
            <a:r>
              <a:rPr lang="en-IN" b="1" dirty="0"/>
              <a:t>Syntax:</a:t>
            </a:r>
            <a:endParaRPr lang="en-IN" dirty="0"/>
          </a:p>
          <a:p>
            <a:r>
              <a:rPr lang="en-IN" dirty="0"/>
              <a:t>* { property: value; 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6090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4C0BF-B721-62C8-DF0C-4329272F4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4E81A-22A4-9FE9-5545-C4975E357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68" y="136738"/>
            <a:ext cx="7773338" cy="1596177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3600" b="1" dirty="0"/>
              <a:t> Element Selector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53DC04D-F2EE-8CCF-0872-0A13188D3F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43791"/>
            <a:ext cx="1165123" cy="12046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8CF62C-9B0D-9C91-98A8-98AFE9C8B91D}"/>
              </a:ext>
            </a:extLst>
          </p:cNvPr>
          <p:cNvSpPr txBox="1"/>
          <p:nvPr/>
        </p:nvSpPr>
        <p:spPr>
          <a:xfrm>
            <a:off x="599768" y="1489162"/>
            <a:ext cx="822959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</a:t>
            </a:r>
            <a:r>
              <a:rPr lang="en-US" b="1" dirty="0"/>
              <a:t>Element Selector</a:t>
            </a:r>
            <a:r>
              <a:rPr lang="en-US" dirty="0"/>
              <a:t> selects all HTML elements of a specific tag name and applies styles to them.</a:t>
            </a:r>
            <a:br>
              <a:rPr lang="en-US" dirty="0"/>
            </a:br>
            <a:r>
              <a:rPr lang="en-US" dirty="0"/>
              <a:t>It is the simplest type of CSS selector.</a:t>
            </a:r>
            <a:br>
              <a:rPr lang="en-US" dirty="0"/>
            </a:br>
            <a:r>
              <a:rPr lang="en-US" dirty="0"/>
              <a:t>It does not use . or # — just the HTML tag name.</a:t>
            </a:r>
          </a:p>
          <a:p>
            <a:r>
              <a:rPr lang="en-US" b="1" dirty="0"/>
              <a:t>✅ Syntax:</a:t>
            </a:r>
          </a:p>
          <a:p>
            <a:r>
              <a:rPr lang="en-US" dirty="0" err="1"/>
              <a:t>tagname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property: value;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b="1" dirty="0"/>
              <a:t>✅ Example:</a:t>
            </a:r>
          </a:p>
          <a:p>
            <a:r>
              <a:rPr lang="en-US" b="1" dirty="0"/>
              <a:t>CSS:</a:t>
            </a:r>
          </a:p>
          <a:p>
            <a:r>
              <a:rPr lang="en-US" dirty="0"/>
              <a:t>p {</a:t>
            </a:r>
            <a:br>
              <a:rPr lang="en-US" dirty="0"/>
            </a:br>
            <a:r>
              <a:rPr lang="en-US" dirty="0"/>
              <a:t>  color: blue;</a:t>
            </a:r>
            <a:br>
              <a:rPr lang="en-US" dirty="0"/>
            </a:br>
            <a:r>
              <a:rPr lang="en-US" dirty="0"/>
              <a:t>  font-size: 18px;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b="1" dirty="0"/>
              <a:t>HTML:</a:t>
            </a:r>
          </a:p>
          <a:p>
            <a:r>
              <a:rPr lang="en-US" dirty="0"/>
              <a:t>&lt;p&gt;This is paragraph one.&lt;/p&gt;</a:t>
            </a:r>
            <a:br>
              <a:rPr lang="en-US" dirty="0"/>
            </a:br>
            <a:r>
              <a:rPr lang="en-US" dirty="0"/>
              <a:t>&lt;p&gt;This is paragraph two.&lt;/p&gt;</a:t>
            </a:r>
          </a:p>
          <a:p>
            <a:r>
              <a:rPr lang="en-US" b="1" dirty="0"/>
              <a:t>🎯 Output:</a:t>
            </a:r>
          </a:p>
          <a:p>
            <a:r>
              <a:rPr lang="en-US" dirty="0"/>
              <a:t>Both paragraphs will appear in </a:t>
            </a:r>
            <a:r>
              <a:rPr lang="en-US" b="1" dirty="0"/>
              <a:t>blue color</a:t>
            </a:r>
            <a:r>
              <a:rPr lang="en-US" dirty="0"/>
              <a:t> with font size </a:t>
            </a:r>
            <a:r>
              <a:rPr lang="en-US" b="1" dirty="0"/>
              <a:t>18px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760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36C57-7208-04F4-8EFA-3DF10C83D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699F-A937-A22C-0F97-2B0A31DE7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61" y="262541"/>
            <a:ext cx="7773338" cy="1596177"/>
          </a:xfrm>
        </p:spPr>
        <p:txBody>
          <a:bodyPr>
            <a:normAutofit/>
          </a:bodyPr>
          <a:lstStyle/>
          <a:p>
            <a:r>
              <a:rPr lang="en-US" sz="3600" b="1" dirty="0"/>
              <a:t>Class Selector</a:t>
            </a:r>
            <a:br>
              <a:rPr lang="en-US" sz="3600" b="1" dirty="0"/>
            </a:b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39B32B1-2EE4-7FE9-8E6C-3E24413B99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43791"/>
            <a:ext cx="1165123" cy="12046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25B116-F062-EBB5-D7E6-888CCBC439D5}"/>
              </a:ext>
            </a:extLst>
          </p:cNvPr>
          <p:cNvSpPr txBox="1"/>
          <p:nvPr/>
        </p:nvSpPr>
        <p:spPr>
          <a:xfrm>
            <a:off x="953729" y="1479331"/>
            <a:ext cx="753151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Class Selector</a:t>
            </a:r>
            <a:r>
              <a:rPr lang="en-US" dirty="0"/>
              <a:t> is used to select and style </a:t>
            </a:r>
            <a:r>
              <a:rPr lang="en-US" b="1" dirty="0"/>
              <a:t>multiple HTML elements</a:t>
            </a:r>
            <a:r>
              <a:rPr lang="en-US" dirty="0"/>
              <a:t> that share the same class name.</a:t>
            </a:r>
            <a:br>
              <a:rPr lang="en-US" dirty="0"/>
            </a:br>
            <a:r>
              <a:rPr lang="en-US" dirty="0"/>
              <a:t>It is represented using a </a:t>
            </a:r>
            <a:r>
              <a:rPr lang="en-US" b="1" dirty="0"/>
              <a:t>dot (.)</a:t>
            </a:r>
            <a:r>
              <a:rPr lang="en-US" dirty="0"/>
              <a:t> before the class name.</a:t>
            </a:r>
            <a:br>
              <a:rPr lang="en-US" dirty="0"/>
            </a:br>
            <a:r>
              <a:rPr lang="en-US" dirty="0"/>
              <a:t>Unlike ID, a class can be used many times on a page.</a:t>
            </a:r>
          </a:p>
          <a:p>
            <a:r>
              <a:rPr lang="en-US" b="1" dirty="0"/>
              <a:t>✅ Syntax:</a:t>
            </a:r>
          </a:p>
          <a:p>
            <a:r>
              <a:rPr lang="en-US" dirty="0"/>
              <a:t>.</a:t>
            </a:r>
            <a:r>
              <a:rPr lang="en-US" dirty="0" err="1"/>
              <a:t>className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property: value;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b="1" dirty="0"/>
              <a:t>✅ Example:</a:t>
            </a:r>
          </a:p>
          <a:p>
            <a:r>
              <a:rPr lang="en-US" b="1" dirty="0"/>
              <a:t>CSS:   </a:t>
            </a:r>
            <a:r>
              <a:rPr lang="en-US" dirty="0"/>
              <a:t>.box {color: white;</a:t>
            </a:r>
            <a:br>
              <a:rPr lang="en-US" dirty="0"/>
            </a:br>
            <a:r>
              <a:rPr lang="en-US" dirty="0"/>
              <a:t>           background-color: blue;</a:t>
            </a:r>
            <a:br>
              <a:rPr lang="en-US" dirty="0"/>
            </a:br>
            <a:r>
              <a:rPr lang="en-US" dirty="0"/>
              <a:t>           }</a:t>
            </a:r>
          </a:p>
          <a:p>
            <a:r>
              <a:rPr lang="en-US" b="1" dirty="0"/>
              <a:t>HTML:</a:t>
            </a:r>
          </a:p>
          <a:p>
            <a:r>
              <a:rPr lang="en-US" dirty="0"/>
              <a:t>&lt;p class="box"&gt;This is paragraph one.&lt;/p&gt;</a:t>
            </a:r>
            <a:br>
              <a:rPr lang="en-US" dirty="0"/>
            </a:br>
            <a:r>
              <a:rPr lang="en-US" dirty="0"/>
              <a:t>&lt;div class="box"&gt;This is a div element.&lt;/div&gt;</a:t>
            </a:r>
          </a:p>
          <a:p>
            <a:r>
              <a:rPr lang="en-US" b="1" dirty="0"/>
              <a:t>🎯 Output:</a:t>
            </a:r>
          </a:p>
          <a:p>
            <a:r>
              <a:rPr lang="en-US" dirty="0"/>
              <a:t>Both the paragraph and div will have:</a:t>
            </a:r>
          </a:p>
          <a:p>
            <a:r>
              <a:rPr lang="en-US" dirty="0"/>
              <a:t>White text</a:t>
            </a:r>
          </a:p>
          <a:p>
            <a:r>
              <a:rPr lang="en-US" dirty="0"/>
              <a:t>Blue background</a:t>
            </a:r>
          </a:p>
        </p:txBody>
      </p:sp>
    </p:spTree>
    <p:extLst>
      <p:ext uri="{BB962C8B-B14F-4D97-AF65-F5344CB8AC3E}">
        <p14:creationId xmlns:p14="http://schemas.microsoft.com/office/powerpoint/2010/main" val="1717413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B5759-9CF5-2150-643B-93B970597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9296E-1A3B-C68D-A2BD-09C14C0FC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16" y="151244"/>
            <a:ext cx="7773338" cy="1596177"/>
          </a:xfrm>
        </p:spPr>
        <p:txBody>
          <a:bodyPr>
            <a:normAutofit/>
          </a:bodyPr>
          <a:lstStyle/>
          <a:p>
            <a:r>
              <a:rPr lang="en-US" sz="3600" b="1" dirty="0"/>
              <a:t>ID Selector</a:t>
            </a:r>
            <a:br>
              <a:rPr lang="en-US" sz="3600" b="1" dirty="0"/>
            </a:b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D17D928-584E-16F0-4B97-24E1FFB78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32494"/>
            <a:ext cx="1165123" cy="12046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F5CDEA-7707-74E9-DFF1-B047DE55F552}"/>
              </a:ext>
            </a:extLst>
          </p:cNvPr>
          <p:cNvSpPr txBox="1"/>
          <p:nvPr/>
        </p:nvSpPr>
        <p:spPr>
          <a:xfrm>
            <a:off x="921774" y="1337187"/>
            <a:ext cx="753151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</a:t>
            </a:r>
            <a:r>
              <a:rPr lang="en-US" b="1" dirty="0"/>
              <a:t>ID Selector</a:t>
            </a:r>
            <a:r>
              <a:rPr lang="en-US" dirty="0"/>
              <a:t> is used to select and style </a:t>
            </a:r>
            <a:r>
              <a:rPr lang="en-US" b="1" dirty="0"/>
              <a:t>one unique HTML element</a:t>
            </a:r>
            <a:r>
              <a:rPr lang="en-US" dirty="0"/>
              <a:t> using its ID name.</a:t>
            </a:r>
            <a:br>
              <a:rPr lang="en-US" dirty="0"/>
            </a:br>
            <a:r>
              <a:rPr lang="en-US" dirty="0"/>
              <a:t>It is represented using a </a:t>
            </a:r>
            <a:r>
              <a:rPr lang="en-US" b="1" dirty="0"/>
              <a:t>hash symbol (#)</a:t>
            </a:r>
            <a:r>
              <a:rPr lang="en-US" dirty="0"/>
              <a:t> before the ID name.</a:t>
            </a:r>
            <a:br>
              <a:rPr lang="en-US" dirty="0"/>
            </a:br>
            <a:r>
              <a:rPr lang="en-US" dirty="0"/>
              <a:t>An ID should be </a:t>
            </a:r>
            <a:r>
              <a:rPr lang="en-US" b="1" dirty="0"/>
              <a:t>unique</a:t>
            </a:r>
            <a:r>
              <a:rPr lang="en-US" dirty="0"/>
              <a:t> — it should not be used for multiple elements.</a:t>
            </a:r>
          </a:p>
          <a:p>
            <a:r>
              <a:rPr lang="en-US" b="1" dirty="0"/>
              <a:t>✅ Syntax:</a:t>
            </a:r>
          </a:p>
          <a:p>
            <a:r>
              <a:rPr lang="en-US" dirty="0"/>
              <a:t>#idName {</a:t>
            </a:r>
            <a:br>
              <a:rPr lang="en-US" dirty="0"/>
            </a:br>
            <a:r>
              <a:rPr lang="en-US" dirty="0"/>
              <a:t>  property: value;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b="1" dirty="0"/>
              <a:t>✅ Example:</a:t>
            </a:r>
          </a:p>
          <a:p>
            <a:r>
              <a:rPr lang="en-US" b="1" dirty="0"/>
              <a:t>CSS:</a:t>
            </a:r>
          </a:p>
          <a:p>
            <a:r>
              <a:rPr lang="en-US" dirty="0"/>
              <a:t>#header {</a:t>
            </a:r>
            <a:br>
              <a:rPr lang="en-US" dirty="0"/>
            </a:br>
            <a:r>
              <a:rPr lang="en-US" dirty="0"/>
              <a:t>  background-color: black;</a:t>
            </a:r>
            <a:br>
              <a:rPr lang="en-US" dirty="0"/>
            </a:br>
            <a:r>
              <a:rPr lang="en-US" dirty="0"/>
              <a:t>  color: white;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b="1" dirty="0"/>
              <a:t>HTML:</a:t>
            </a:r>
          </a:p>
          <a:p>
            <a:r>
              <a:rPr lang="en-US" dirty="0"/>
              <a:t>&lt;div id="header"&gt;Welcome to My Website&lt;/div&gt;</a:t>
            </a:r>
          </a:p>
          <a:p>
            <a:r>
              <a:rPr lang="en-US" b="1" dirty="0"/>
              <a:t>🎯 Output:</a:t>
            </a:r>
          </a:p>
          <a:p>
            <a:r>
              <a:rPr lang="en-US" dirty="0"/>
              <a:t>The div with id </a:t>
            </a:r>
            <a:r>
              <a:rPr lang="en-US" b="1" dirty="0"/>
              <a:t>header</a:t>
            </a:r>
            <a:r>
              <a:rPr lang="en-US" dirty="0"/>
              <a:t> will have:</a:t>
            </a:r>
          </a:p>
          <a:p>
            <a:r>
              <a:rPr lang="en-US" dirty="0"/>
              <a:t>Black background</a:t>
            </a:r>
          </a:p>
          <a:p>
            <a:r>
              <a:rPr lang="en-US" dirty="0"/>
              <a:t>White text</a:t>
            </a:r>
          </a:p>
        </p:txBody>
      </p:sp>
    </p:spTree>
    <p:extLst>
      <p:ext uri="{BB962C8B-B14F-4D97-AF65-F5344CB8AC3E}">
        <p14:creationId xmlns:p14="http://schemas.microsoft.com/office/powerpoint/2010/main" val="3580864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69163-6F20-9153-1247-185926667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4BD4C-8352-3281-2C91-D60ADE9E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16" y="225227"/>
            <a:ext cx="7773338" cy="1596177"/>
          </a:xfrm>
        </p:spPr>
        <p:txBody>
          <a:bodyPr>
            <a:normAutofit/>
          </a:bodyPr>
          <a:lstStyle/>
          <a:p>
            <a:r>
              <a:rPr lang="en-US" sz="3600" b="1" dirty="0"/>
              <a:t> Universal Selector</a:t>
            </a:r>
            <a:br>
              <a:rPr lang="en-US" sz="3600" b="1" dirty="0"/>
            </a:b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EFFDC68-5077-BDFA-CF4F-D6F51461FB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32494"/>
            <a:ext cx="1165123" cy="12046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B6357F0-063E-535C-AB62-AADCF725404E}"/>
              </a:ext>
            </a:extLst>
          </p:cNvPr>
          <p:cNvSpPr txBox="1"/>
          <p:nvPr/>
        </p:nvSpPr>
        <p:spPr>
          <a:xfrm>
            <a:off x="921774" y="1337187"/>
            <a:ext cx="753151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Universal Selector</a:t>
            </a:r>
            <a:r>
              <a:rPr lang="en-US" dirty="0"/>
              <a:t> is used to select </a:t>
            </a:r>
            <a:r>
              <a:rPr lang="en-US" b="1" dirty="0"/>
              <a:t>all HTML elements</a:t>
            </a:r>
            <a:r>
              <a:rPr lang="en-US" dirty="0"/>
              <a:t> on a webpage.</a:t>
            </a:r>
            <a:br>
              <a:rPr lang="en-US" dirty="0"/>
            </a:br>
            <a:r>
              <a:rPr lang="en-US" dirty="0"/>
              <a:t>It is represented using the </a:t>
            </a:r>
            <a:r>
              <a:rPr lang="en-US" b="1" dirty="0"/>
              <a:t>asterisk symbol (*)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is commonly used to remove default margin and padding.</a:t>
            </a:r>
          </a:p>
          <a:p>
            <a:r>
              <a:rPr lang="en-US" b="1" dirty="0"/>
              <a:t>✅ Syntax:</a:t>
            </a:r>
          </a:p>
          <a:p>
            <a:r>
              <a:rPr lang="en-US" dirty="0"/>
              <a:t>* {</a:t>
            </a:r>
            <a:br>
              <a:rPr lang="en-US" dirty="0"/>
            </a:br>
            <a:r>
              <a:rPr lang="en-US" dirty="0"/>
              <a:t>  property: value;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b="1" dirty="0"/>
              <a:t>✅ Example:</a:t>
            </a:r>
          </a:p>
          <a:p>
            <a:r>
              <a:rPr lang="en-US" b="1" dirty="0"/>
              <a:t>CSS:</a:t>
            </a:r>
          </a:p>
          <a:p>
            <a:r>
              <a:rPr lang="en-US" dirty="0"/>
              <a:t>* {</a:t>
            </a:r>
            <a:br>
              <a:rPr lang="en-US" dirty="0"/>
            </a:br>
            <a:r>
              <a:rPr lang="en-US" dirty="0"/>
              <a:t>  margin: 0;</a:t>
            </a:r>
            <a:br>
              <a:rPr lang="en-US" dirty="0"/>
            </a:br>
            <a:r>
              <a:rPr lang="en-US" dirty="0"/>
              <a:t>  padding: 0;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b="1" dirty="0"/>
              <a:t>🎯 Output:</a:t>
            </a:r>
          </a:p>
          <a:p>
            <a:r>
              <a:rPr lang="en-US" dirty="0"/>
              <a:t>Removes default margin</a:t>
            </a:r>
          </a:p>
          <a:p>
            <a:r>
              <a:rPr lang="en-US" dirty="0"/>
              <a:t>Removes default padding</a:t>
            </a:r>
          </a:p>
          <a:p>
            <a:r>
              <a:rPr lang="en-US" dirty="0"/>
              <a:t>Applies the style to all elements</a:t>
            </a:r>
          </a:p>
        </p:txBody>
      </p:sp>
    </p:spTree>
    <p:extLst>
      <p:ext uri="{BB962C8B-B14F-4D97-AF65-F5344CB8AC3E}">
        <p14:creationId xmlns:p14="http://schemas.microsoft.com/office/powerpoint/2010/main" val="391036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FE6B4-E9DE-AC44-13E8-895C668DE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AAE6D-AD1B-AFB2-9790-52CCA08DE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933" y="132494"/>
            <a:ext cx="7773338" cy="1596177"/>
          </a:xfrm>
        </p:spPr>
        <p:txBody>
          <a:bodyPr>
            <a:normAutofit/>
          </a:bodyPr>
          <a:lstStyle/>
          <a:p>
            <a:r>
              <a:rPr lang="en-US" sz="3600" b="1" dirty="0"/>
              <a:t>Conclusion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5BEF626-6DB1-6913-A65B-8E513C8ABD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32494"/>
            <a:ext cx="1165123" cy="12046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4C98D3-CDA9-BF72-C84D-2F351D9C0AC2}"/>
              </a:ext>
            </a:extLst>
          </p:cNvPr>
          <p:cNvSpPr txBox="1"/>
          <p:nvPr/>
        </p:nvSpPr>
        <p:spPr>
          <a:xfrm>
            <a:off x="1039761" y="2320412"/>
            <a:ext cx="75315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CSS selectors target HTML elements.</a:t>
            </a:r>
          </a:p>
          <a:p>
            <a:r>
              <a:rPr lang="en-US" dirty="0"/>
              <a:t>They control webpage design and layout.</a:t>
            </a:r>
          </a:p>
          <a:p>
            <a:r>
              <a:rPr lang="en-US" dirty="0"/>
              <a:t>Different selectors are used for different purposes.</a:t>
            </a:r>
          </a:p>
          <a:p>
            <a:r>
              <a:rPr lang="en-US" dirty="0"/>
              <a:t>They make styling easy and efficient.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422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6C94E-BFF0-0061-60D6-97826ACD9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8AAC5-1A65-7315-344F-17F4B611A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7428271" cy="1143000"/>
          </a:xfrm>
        </p:spPr>
        <p:txBody>
          <a:bodyPr/>
          <a:lstStyle/>
          <a:p>
            <a:r>
              <a:rPr lang="en-IN" dirty="0"/>
              <a:t>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BAE07B-E2A6-1CFC-BBAF-986287D89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0" y="186813"/>
            <a:ext cx="8888361" cy="656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04702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151</TotalTime>
  <Words>861</Words>
  <Application>Microsoft Office PowerPoint</Application>
  <PresentationFormat>On-screen Show (4:3)</PresentationFormat>
  <Paragraphs>99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Tw Cen MT</vt:lpstr>
      <vt:lpstr>Droplet</vt:lpstr>
      <vt:lpstr>PowerPoint Presentation</vt:lpstr>
      <vt:lpstr> CSS SELECTORS</vt:lpstr>
      <vt:lpstr>Why CSS Selectors are Important</vt:lpstr>
      <vt:lpstr>Types of Basic Selectors</vt:lpstr>
      <vt:lpstr>      Element Selector </vt:lpstr>
      <vt:lpstr>Class Selector </vt:lpstr>
      <vt:lpstr>ID Selector </vt:lpstr>
      <vt:lpstr> Universal Selector </vt:lpstr>
      <vt:lpstr>Conclusion</vt:lpstr>
      <vt:lpstr>  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Spoorthi Reddy</dc:creator>
  <cp:keywords/>
  <dc:description>generated using python-pptx</dc:description>
  <cp:lastModifiedBy>Swaran KN</cp:lastModifiedBy>
  <cp:revision>5</cp:revision>
  <dcterms:created xsi:type="dcterms:W3CDTF">2013-01-27T09:14:16Z</dcterms:created>
  <dcterms:modified xsi:type="dcterms:W3CDTF">2026-02-25T04:26:52Z</dcterms:modified>
  <cp:category/>
</cp:coreProperties>
</file>